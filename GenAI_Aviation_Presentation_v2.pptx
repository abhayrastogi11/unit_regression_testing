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1600" y="1097280"/>
            <a:ext cx="941832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5669280"/>
            <a:ext cx="941832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chemeClr val="bg2"/>
                </a:solidFill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DFF"/>
                </a:solidFill>
                <a:latin typeface="Segoe UI"/>
              </a:defRPr>
            </a:pPr>
            <a:r>
              <a:rPr dirty="0">
                <a:solidFill>
                  <a:schemeClr val="bg2"/>
                </a:solidFill>
              </a:rPr>
              <a:t>Concepts, Use Cases &amp; Future of AI in Aviation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18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en-US" dirty="0">
                <a:solidFill>
                  <a:schemeClr val="bg2"/>
                </a:solidFill>
              </a:rPr>
              <a:t>Presented </a:t>
            </a:r>
            <a:r>
              <a:rPr dirty="0">
                <a:solidFill>
                  <a:schemeClr val="bg2"/>
                </a:solidFill>
              </a:rPr>
              <a:t>by Abhay Rastogi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Evolution of AI – The Journey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  <a:latin typeface="Segoe UI"/>
              </a:defRPr>
            </a:pPr>
            <a:r>
              <a:t>From rule-based systems to autonomous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5029200"/>
            <a:ext cx="1609344" cy="905256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51023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4406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7150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EEFF"/>
                </a:solidFill>
                <a:latin typeface="Segoe UI"/>
              </a:defRPr>
            </a:pPr>
            <a:r>
              <a:t>The broad field (1950s+)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5349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C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47672" y="4480560"/>
            <a:ext cx="1600200" cy="1115568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39112" y="45537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48920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51663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EEFF"/>
                </a:solidFill>
                <a:latin typeface="Segoe UI"/>
              </a:defRPr>
            </a:pPr>
            <a:r>
              <a:t>Learning from data (1980s+)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480060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C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1024" y="3931920"/>
            <a:ext cx="1600200" cy="1225296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12464" y="400507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43434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Deep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46177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EEFF"/>
                </a:solidFill>
                <a:latin typeface="Segoe UI"/>
              </a:defRPr>
            </a:pPr>
            <a:r>
              <a:t>Deep neural networks (2010s+)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425196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C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3383280"/>
            <a:ext cx="1600200" cy="1335024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85816" y="345643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37947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NLP / Transformers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4069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EEFF"/>
                </a:solidFill>
                <a:latin typeface="Segoe UI"/>
              </a:defRPr>
            </a:pPr>
            <a:r>
              <a:t>Attention &amp; language at scale (2017+)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7033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C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67728" y="2834640"/>
            <a:ext cx="1600200" cy="144475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59168" y="290779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3246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Large Language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35204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EEFF"/>
                </a:solidFill>
                <a:latin typeface="Segoe UI"/>
              </a:defRPr>
            </a:pPr>
            <a:r>
              <a:t>GPT, BERT – massive scale (2018+)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315468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C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2286000"/>
            <a:ext cx="1600200" cy="155448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32520" y="23591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GenAI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6974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Generative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971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EEFF"/>
                </a:solidFill>
                <a:latin typeface="Segoe UI"/>
              </a:defRPr>
            </a:pPr>
            <a:r>
              <a:t>Creates new content (2022+)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0424" y="26060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C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14432" y="1737360"/>
            <a:ext cx="1600200" cy="166420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05872" y="18105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Agentic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0152" y="21488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Agentic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0152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EEFF"/>
                </a:solidFill>
                <a:latin typeface="Segoe UI"/>
              </a:defRPr>
            </a:pPr>
            <a:r>
              <a:t>Autonomous planning &amp; action (2023+)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007608"/>
            <a:ext cx="11365992" cy="621792"/>
          </a:xfrm>
          <a:prstGeom prst="rect">
            <a:avLst/>
          </a:prstGeom>
          <a:solidFill>
            <a:srgbClr val="E8F5E9"/>
          </a:solidFill>
          <a:ln w="19050">
            <a:solidFill>
              <a:srgbClr val="00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A3E"/>
                </a:solidFill>
                <a:latin typeface="Segoe UI"/>
              </a:defRPr>
            </a:pPr>
            <a:r>
              <a:rPr dirty="0"/>
              <a:t>✅  AI has evolved from simple rules to autonomous agents that can reason and 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Generative AI – What It Is &amp;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  <a:latin typeface="Segoe UI"/>
              </a:defRPr>
            </a:pPr>
            <a:r>
              <a:t>The technology reshaping how aviation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D62"/>
                </a:solidFill>
                <a:latin typeface="Segoe UI"/>
              </a:defRPr>
            </a:pPr>
            <a:r>
              <a:t>What is Generative AI?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Generative AI doesn't just analyze data —</a:t>
            </a:r>
          </a:p>
          <a:p>
            <a:pPr>
              <a:defRPr sz="1600" b="1">
                <a:solidFill>
                  <a:srgbClr val="333333"/>
                </a:solidFill>
                <a:latin typeface="Segoe UI"/>
              </a:defRPr>
            </a:pPr>
            <a:r>
              <a:t>it creates new content like text, responses, ideas &amp; summaries.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egoe UI"/>
              </a:defRPr>
            </a:pPr>
            <a:r>
              <a:t>▸  ChatGPT – Conversational AI assistant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egoe UI"/>
              </a:defRPr>
            </a:pPr>
            <a:r>
              <a:t>▸  Microsoft Copilot – AI in Office &amp; Teams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egoe UI"/>
              </a:defRPr>
            </a:pPr>
            <a:r>
              <a:t>▸  AI Chatbots – Customer service automation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egoe UI"/>
              </a:defRPr>
            </a:pPr>
            <a:r>
              <a:t>▸  Auto-response Systems – Smart email &amp; messaging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D62"/>
                </a:solidFill>
                <a:latin typeface="Segoe UI"/>
              </a:defRPr>
            </a:pPr>
            <a:r>
              <a:t>Why It Matters for Aviation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5303520" cy="2926080"/>
          </a:xfrm>
          <a:prstGeom prst="rect">
            <a:avLst/>
          </a:prstGeom>
          <a:solidFill>
            <a:srgbClr val="E3F2F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83680" y="2103120"/>
            <a:ext cx="502920" cy="502920"/>
          </a:xfrm>
          <a:prstGeom prst="ellipse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574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D62"/>
                </a:solidFill>
                <a:latin typeface="Segoe UI"/>
              </a:defRPr>
            </a:pPr>
            <a:r>
              <a:t>How GenAI Helps the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5146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Reduces manual &amp; repetitive work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Supports employees to work faster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Delivers consistent &amp; scalable solutions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Enables data-driven decision making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Scales across departments efficiently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737360" cy="8229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504748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24×7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Always-on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5029200"/>
            <a:ext cx="1737360" cy="8229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68880" y="504748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↓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394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Reduced ops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5029200"/>
            <a:ext cx="1737360" cy="8229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504748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↑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394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Faster responses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A3E"/>
                </a:solidFill>
                <a:latin typeface="Segoe UI"/>
              </a:defRPr>
            </a:pPr>
            <a:r>
              <a:t>✅  Generative AI delivers human-like responses and smarter decision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Traditional AI vs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  <a:latin typeface="Segoe UI"/>
              </a:defRPr>
            </a:pPr>
            <a:r>
              <a:t>Understanding the key difference in simple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916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D62"/>
                </a:solidFill>
                <a:latin typeface="Segoe UI"/>
              </a:defRPr>
            </a:pPr>
            <a:r>
              <a:t>Traditional AI — Analyze &amp; 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75488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endParaRPr dirty="0"/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rPr dirty="0"/>
              <a:t>• Works on fixed rules and labeled data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rPr dirty="0"/>
              <a:t>• Finds patterns, classifies, and predicts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rPr dirty="0"/>
              <a:t>• Cannot create anything new on its own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rPr dirty="0"/>
              <a:t>• Needs structured input to give output</a:t>
            </a:r>
            <a:endParaRPr lang="en-US" dirty="0"/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rPr lang="en-US" dirty="0"/>
              <a:t>• Think of it like a calculator —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rPr dirty="0"/>
              <a:t> it gives answers based on what you feed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EA2"/>
                </a:solidFill>
                <a:latin typeface="Segoe UI"/>
              </a:defRPr>
            </a:pPr>
            <a:r>
              <a:t>Examples:  Spam filters  ·  Fraud detection  ·  Demand forecasting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30352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83680" y="1737360"/>
            <a:ext cx="502920" cy="502920"/>
          </a:xfrm>
          <a:prstGeom prst="ellipse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916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D62"/>
                </a:solidFill>
                <a:latin typeface="Segoe UI"/>
              </a:defRPr>
            </a:pPr>
            <a:r>
              <a:t>Generative AI — Create &amp; 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48840"/>
            <a:ext cx="475488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endParaRPr dirty="0"/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rPr dirty="0"/>
              <a:t>• Learns from massive amounts of text &amp; data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rPr dirty="0"/>
              <a:t>• Understands context and language like humans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rPr dirty="0"/>
              <a:t>• Creates new content — replies, summaries, ideas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rPr dirty="0"/>
              <a:t>• Adapts to different tasks through simple prompts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rPr dirty="0"/>
              <a:t>• Think of it like a smart assistant —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rPr dirty="0"/>
              <a:t> it writes, responds, and thinks for you.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46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EA2"/>
                </a:solidFill>
                <a:latin typeface="Segoe UI"/>
              </a:defRPr>
            </a:pPr>
            <a:r>
              <a:t>Examples:  ChatGPT  ·  Microsoft Copilot  ·  AI Chatbots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Traditional AI → Tells you what happened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3492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5D6A7"/>
                </a:solidFill>
                <a:latin typeface="Segoe UI"/>
              </a:defRPr>
            </a:pPr>
            <a:r>
              <a:t>Generative AI → Creates what's needed next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1" y="6254496"/>
            <a:ext cx="11262360" cy="512063"/>
          </a:xfrm>
          <a:prstGeom prst="rect">
            <a:avLst/>
          </a:prstGeom>
          <a:solidFill>
            <a:srgbClr val="E8F5E9"/>
          </a:solidFill>
          <a:ln w="19050">
            <a:solidFill>
              <a:srgbClr val="00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309360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A3E"/>
                </a:solidFill>
                <a:latin typeface="Segoe UI"/>
              </a:defRPr>
            </a:pPr>
            <a:r>
              <a:rPr dirty="0"/>
              <a:t>✅  </a:t>
            </a:r>
            <a:r>
              <a:rPr dirty="0" err="1"/>
              <a:t>GenAI</a:t>
            </a:r>
            <a:r>
              <a:rPr dirty="0"/>
              <a:t> doesn't just analyze — it creates, responds, and assists like a human.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Practical Use Cases in the Aviation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DFF"/>
                </a:solidFill>
                <a:latin typeface="Segoe UI"/>
              </a:defRPr>
            </a:pPr>
            <a:r>
              <a:t>Where Generative AI can make a real difference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✈️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D62"/>
                </a:solidFill>
                <a:latin typeface="Segoe UI"/>
              </a:defRPr>
            </a:pPr>
            <a:r>
              <a:t>Passenger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AI chatbots for booking, baggage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  &amp; flight status queries (24×7)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Multilingual passenger support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Smart self-service portals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Personalized travel advisories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Faster response during delays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  &amp; disruptions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80560" y="1737360"/>
            <a:ext cx="502920" cy="502920"/>
          </a:xfrm>
          <a:prstGeom prst="ellipse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D62"/>
                </a:solidFill>
                <a:latin typeface="Segoe UI"/>
              </a:defRPr>
            </a:pPr>
            <a:r>
              <a:t>Operations &amp; Crew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Auto-generate incident reports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  &amp; turnaround summaries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Draft SOPs &amp; safety bulletins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Crew briefing summaries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Ground staff AI assistants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Maintenance alert summaries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  for engineering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80" y="1737360"/>
            <a:ext cx="502920" cy="502920"/>
          </a:xfrm>
          <a:prstGeom prst="ellipse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D62"/>
                </a:solidFill>
                <a:latin typeface="Segoe UI"/>
              </a:defRPr>
            </a:pPr>
            <a:r>
              <a:t>Revenue &amp;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14884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Campaign &amp; promotional content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Personalized fare offers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Email &amp; notification drafting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Regulatory update summaries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Audit report generation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Training material for crew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  <a:latin typeface="Segoe UI"/>
              </a:defRPr>
            </a:pPr>
            <a:r>
              <a:t>• Policy Q&amp;A assistants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69280"/>
            <a:ext cx="1133856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A3E"/>
                </a:solidFill>
                <a:latin typeface="Segoe UI"/>
              </a:defRPr>
            </a:pPr>
            <a:r>
              <a:t>✅  AI supports aviation teams across every function — it empowers, not replaces.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576</Words>
  <Application>Microsoft Office PowerPoint</Application>
  <PresentationFormat>Widescreen</PresentationFormat>
  <Paragraphs>117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Abhay Rastogi (Digital,ISC) (X-AIONOS)</dc:creator>
  <cp:keywords/>
  <dc:description>generated using python-pptx</dc:description>
  <cp:lastModifiedBy>Abhay Rastogi (Digital,ISC) (X-AIONOS)</cp:lastModifiedBy>
  <cp:revision>4</cp:revision>
  <dcterms:created xsi:type="dcterms:W3CDTF">2013-01-27T09:14:16Z</dcterms:created>
  <dcterms:modified xsi:type="dcterms:W3CDTF">2026-05-08T06:50:40Z</dcterms:modified>
  <cp:category/>
</cp:coreProperties>
</file>